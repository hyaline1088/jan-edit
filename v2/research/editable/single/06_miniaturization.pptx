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3ce2e4adff4c5e" /><Relationship Type="http://schemas.openxmlformats.org/officeDocument/2006/relationships/extended-properties" Target="/docProps/app.xml" Id="R9cdd9308f2e047ac" /><Relationship Type="http://schemas.openxmlformats.org/officeDocument/2006/relationships/officeDocument" Target="/ppt/presentation.xml" Id="R4d232c7f798a4f7f" /></Relationships>
</file>

<file path=ppt/presentation.xml><?xml version="1.0" encoding="utf-8"?>
<p:presentation xmlns:p="http://schemas.openxmlformats.org/presentationml/2006/main">
  <p:sldMasterIdLst>
    <p:sldMasterId xmlns:r="http://schemas.openxmlformats.org/officeDocument/2006/relationships" id="2147483648" r:id="R31d95a3801e844f4"/>
  </p:sldMasterIdLst>
  <p:notesMasterIdLst>
    <p:notesMasterId xmlns:r="http://schemas.openxmlformats.org/officeDocument/2006/relationships" r:id="R3dc9bcecb3bf4c3c"/>
  </p:notesMasterIdLst>
  <p:sldIdLst>
    <p:sldId xmlns:r="http://schemas.openxmlformats.org/officeDocument/2006/relationships" id="256" r:id="Rc20b415ee29a4a9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9401352315403a" /><Relationship Type="http://schemas.openxmlformats.org/officeDocument/2006/relationships/slideMaster" Target="/ppt/slideMasters/slideMaster1.xml" Id="R31d95a3801e844f4" /><Relationship Type="http://schemas.openxmlformats.org/officeDocument/2006/relationships/notesMaster" Target="/ppt/notesMasters/notesMaster1.xml" Id="R3dc9bcecb3bf4c3c" /><Relationship Type="http://schemas.openxmlformats.org/officeDocument/2006/relationships/presProps" Target="/ppt/presProps.xml" Id="R5a12fe689d7744af" /><Relationship Type="http://schemas.openxmlformats.org/officeDocument/2006/relationships/tableStyles" Target="/ppt/tableStyles.xml" Id="R408a59f71cea4886" /><Relationship Type="http://schemas.openxmlformats.org/officeDocument/2006/relationships/slide" Target="/ppt/slides/slide1.xml" Id="Rc20b415ee29a4a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02e4e9c66247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48a565ee054709" /><Relationship Type="http://schemas.openxmlformats.org/officeDocument/2006/relationships/notesMaster" Target="/ppt/notesMasters/notesMaster1.xml" Id="Ra6634c16aa0d42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6: More experiments, less material per experiment</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96cde332f942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f85f77cc974c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8faa9ad6e949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c948f099e84f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02cdc55dfa4f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e7af523b2c40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cf63e9851f47a1" /><Relationship Type="http://schemas.openxmlformats.org/officeDocument/2006/relationships/slideLayout" Target="/ppt/slideLayouts/slideLayout1.xml" Id="Rc0f8b5aa7ef74124" /><Relationship Type="http://schemas.openxmlformats.org/officeDocument/2006/relationships/slideLayout" Target="/ppt/slideLayouts/slideLayout2.xml" Id="R78a5b29cc0684193" /><Relationship Type="http://schemas.openxmlformats.org/officeDocument/2006/relationships/slideLayout" Target="/ppt/slideLayouts/slideLayout3.xml" Id="R5a69ddd4b1e848a9" /><Relationship Type="http://schemas.openxmlformats.org/officeDocument/2006/relationships/slideLayout" Target="/ppt/slideLayouts/slideLayout4.xml" Id="Rbf793fa6e4534ea6" /><Relationship Type="http://schemas.openxmlformats.org/officeDocument/2006/relationships/slideLayout" Target="/ppt/slideLayouts/slideLayout5.xml" Id="Rc3ecbbdb93104506" /><Relationship Type="http://schemas.openxmlformats.org/officeDocument/2006/relationships/slideLayout" Target="/ppt/slideLayouts/slideLayout6.xml" Id="R5c1814af41574e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f8b5aa7ef74124"/>
    <p:sldLayoutId xmlns:r="http://schemas.openxmlformats.org/officeDocument/2006/relationships" id="2147483650" r:id="R78a5b29cc0684193"/>
    <p:sldLayoutId xmlns:r="http://schemas.openxmlformats.org/officeDocument/2006/relationships" id="2147483651" r:id="R5a69ddd4b1e848a9"/>
    <p:sldLayoutId xmlns:r="http://schemas.openxmlformats.org/officeDocument/2006/relationships" id="2147483652" r:id="Rbf793fa6e4534ea6"/>
    <p:sldLayoutId xmlns:r="http://schemas.openxmlformats.org/officeDocument/2006/relationships" id="2147483653" r:id="Rc3ecbbdb93104506"/>
    <p:sldLayoutId xmlns:r="http://schemas.openxmlformats.org/officeDocument/2006/relationships" id="2147483654" r:id="R5c1814af41574e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e925c12fdd54edf" /><Relationship Type="http://schemas.openxmlformats.org/officeDocument/2006/relationships/image" Target="/ppt/media/image.png" Id="R45885b97f9774e67" /><Relationship Type="http://schemas.openxmlformats.org/officeDocument/2006/relationships/notesSlide" Target="/ppt/notesSlides/notesSlide1.xml" Id="R05a1261aab2d420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6DA909D1-A239-42DC-A2CD-0D0F987A5C90}"/>
              </a:ext>
            </a:extLst>
          </p:cNvPr>
          <p:cNvPicPr>
            <a:picLocks xmlns:a="http://schemas.openxmlformats.org/drawingml/2006/main" noChangeAspect="1"/>
          </p:cNvPicPr>
          <p:nvPr/>
        </p:nvPicPr>
        <p:blipFill>
          <a:blip xmlns:r="http://schemas.openxmlformats.org/officeDocument/2006/relationships" xmlns:a="http://schemas.openxmlformats.org/drawingml/2006/main" r:embed="R45885b97f9774e6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6 label 1 line 1">
            <a:extLst xmlns:a="http://schemas.openxmlformats.org/drawingml/2006/main">
              <a:ext uri="{FF2B5EF4-FFF2-40B4-BE49-F238E27FC236}">
                <a16:creationId xmlns:a16="http://schemas.microsoft.com/office/drawing/2014/main" id="{1210BCE5-671A-4E5D-BE49-3A341FD12AC3}"/>
              </a:ext>
            </a:extLst>
          </p:cNvPr>
          <p:cNvSpPr>
            <a:spLocks xmlns:a="http://schemas.openxmlformats.org/drawingml/2006/main" noGrp="1"/>
          </p:cNvSpPr>
          <p:nvPr/>
        </p:nvSpPr>
        <p:spPr>
          <a:xfrm xmlns:a="http://schemas.openxmlformats.org/drawingml/2006/main" rot="0">
            <a:off x="2047400" y="7595447"/>
            <a:ext cx="101337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Traditional</a:t>
            </a:r>
          </a:p>
        </p:txBody>
      </p:sp>
      <p:sp>
        <p:nvSpPr>
          <p:cNvPr id="3" name="Figure 6 label 2 line 1">
            <a:extLst xmlns:a="http://schemas.openxmlformats.org/drawingml/2006/main">
              <a:ext uri="{FF2B5EF4-FFF2-40B4-BE49-F238E27FC236}">
                <a16:creationId xmlns:a16="http://schemas.microsoft.com/office/drawing/2014/main" id="{95A7607C-F8CF-442F-82FF-781320933E9B}"/>
              </a:ext>
            </a:extLst>
          </p:cNvPr>
          <p:cNvSpPr>
            <a:spLocks xmlns:a="http://schemas.openxmlformats.org/drawingml/2006/main" noGrp="1"/>
          </p:cNvSpPr>
          <p:nvPr/>
        </p:nvSpPr>
        <p:spPr>
          <a:xfrm xmlns:a="http://schemas.openxmlformats.org/drawingml/2006/main" rot="0">
            <a:off x="4421385" y="7595447"/>
            <a:ext cx="104522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Automated</a:t>
            </a:r>
          </a:p>
        </p:txBody>
      </p:sp>
      <p:sp>
        <p:nvSpPr>
          <p:cNvPr id="4" name="Figure 6 label 3 line 1">
            <a:extLst xmlns:a="http://schemas.openxmlformats.org/drawingml/2006/main">
              <a:ext uri="{FF2B5EF4-FFF2-40B4-BE49-F238E27FC236}">
                <a16:creationId xmlns:a16="http://schemas.microsoft.com/office/drawing/2014/main" id="{14441F8C-DCC3-4D38-BF91-BC1DD7D32164}"/>
              </a:ext>
            </a:extLst>
          </p:cNvPr>
          <p:cNvSpPr>
            <a:spLocks xmlns:a="http://schemas.openxmlformats.org/drawingml/2006/main" noGrp="1"/>
          </p:cNvSpPr>
          <p:nvPr/>
        </p:nvSpPr>
        <p:spPr>
          <a:xfrm xmlns:a="http://schemas.openxmlformats.org/drawingml/2006/main" rot="0">
            <a:off x="1257379" y="7368519"/>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5" name="Figure 6 label 4 line 1">
            <a:extLst xmlns:a="http://schemas.openxmlformats.org/drawingml/2006/main">
              <a:ext uri="{FF2B5EF4-FFF2-40B4-BE49-F238E27FC236}">
                <a16:creationId xmlns:a16="http://schemas.microsoft.com/office/drawing/2014/main" id="{AE4AF395-63FB-421E-A984-1FD6A45F3B64}"/>
              </a:ext>
            </a:extLst>
          </p:cNvPr>
          <p:cNvSpPr>
            <a:spLocks xmlns:a="http://schemas.openxmlformats.org/drawingml/2006/main" noGrp="1"/>
          </p:cNvSpPr>
          <p:nvPr/>
        </p:nvSpPr>
        <p:spPr>
          <a:xfrm xmlns:a="http://schemas.openxmlformats.org/drawingml/2006/main" rot="0">
            <a:off x="1045448" y="669986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200</a:t>
            </a:r>
          </a:p>
        </p:txBody>
      </p:sp>
      <p:sp>
        <p:nvSpPr>
          <p:cNvPr id="6" name="Figure 6 label 5 line 1">
            <a:extLst xmlns:a="http://schemas.openxmlformats.org/drawingml/2006/main">
              <a:ext uri="{FF2B5EF4-FFF2-40B4-BE49-F238E27FC236}">
                <a16:creationId xmlns:a16="http://schemas.microsoft.com/office/drawing/2014/main" id="{0A084277-1A26-46DC-B73D-496C0BA736F8}"/>
              </a:ext>
            </a:extLst>
          </p:cNvPr>
          <p:cNvSpPr>
            <a:spLocks xmlns:a="http://schemas.openxmlformats.org/drawingml/2006/main" noGrp="1"/>
          </p:cNvSpPr>
          <p:nvPr/>
        </p:nvSpPr>
        <p:spPr>
          <a:xfrm xmlns:a="http://schemas.openxmlformats.org/drawingml/2006/main" rot="0">
            <a:off x="1045448" y="6031210"/>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400</a:t>
            </a:r>
          </a:p>
        </p:txBody>
      </p:sp>
      <p:sp>
        <p:nvSpPr>
          <p:cNvPr id="7" name="Figure 6 label 6 line 1">
            <a:extLst xmlns:a="http://schemas.openxmlformats.org/drawingml/2006/main">
              <a:ext uri="{FF2B5EF4-FFF2-40B4-BE49-F238E27FC236}">
                <a16:creationId xmlns:a16="http://schemas.microsoft.com/office/drawing/2014/main" id="{4808B8E9-C49A-44CD-93CC-7156EA9460D2}"/>
              </a:ext>
            </a:extLst>
          </p:cNvPr>
          <p:cNvSpPr>
            <a:spLocks xmlns:a="http://schemas.openxmlformats.org/drawingml/2006/main" noGrp="1"/>
          </p:cNvSpPr>
          <p:nvPr/>
        </p:nvSpPr>
        <p:spPr>
          <a:xfrm xmlns:a="http://schemas.openxmlformats.org/drawingml/2006/main" rot="0">
            <a:off x="1045448" y="536255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600</a:t>
            </a:r>
          </a:p>
        </p:txBody>
      </p:sp>
      <p:sp>
        <p:nvSpPr>
          <p:cNvPr id="8" name="Figure 6 label 7 line 1">
            <a:extLst xmlns:a="http://schemas.openxmlformats.org/drawingml/2006/main">
              <a:ext uri="{FF2B5EF4-FFF2-40B4-BE49-F238E27FC236}">
                <a16:creationId xmlns:a16="http://schemas.microsoft.com/office/drawing/2014/main" id="{29A05A15-6FEE-439C-B61E-98C79DEA63B5}"/>
              </a:ext>
            </a:extLst>
          </p:cNvPr>
          <p:cNvSpPr>
            <a:spLocks xmlns:a="http://schemas.openxmlformats.org/drawingml/2006/main" noGrp="1"/>
          </p:cNvSpPr>
          <p:nvPr/>
        </p:nvSpPr>
        <p:spPr>
          <a:xfrm xmlns:a="http://schemas.openxmlformats.org/drawingml/2006/main" rot="0">
            <a:off x="1045448" y="4693899"/>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800</a:t>
            </a:r>
          </a:p>
        </p:txBody>
      </p:sp>
      <p:sp>
        <p:nvSpPr>
          <p:cNvPr id="9" name="Figure 6 label 8 line 1">
            <a:extLst xmlns:a="http://schemas.openxmlformats.org/drawingml/2006/main">
              <a:ext uri="{FF2B5EF4-FFF2-40B4-BE49-F238E27FC236}">
                <a16:creationId xmlns:a16="http://schemas.microsoft.com/office/drawing/2014/main" id="{9A86DE11-FBA5-4EC2-BC8E-96F661CCFE6B}"/>
              </a:ext>
            </a:extLst>
          </p:cNvPr>
          <p:cNvSpPr>
            <a:spLocks xmlns:a="http://schemas.openxmlformats.org/drawingml/2006/main" noGrp="1"/>
          </p:cNvSpPr>
          <p:nvPr/>
        </p:nvSpPr>
        <p:spPr>
          <a:xfrm xmlns:a="http://schemas.openxmlformats.org/drawingml/2006/main" rot="0">
            <a:off x="939483" y="4025244"/>
            <a:ext cx="54768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1000</a:t>
            </a:r>
          </a:p>
        </p:txBody>
      </p:sp>
      <p:sp>
        <p:nvSpPr>
          <p:cNvPr id="10" name="Figure 6 label 9 line 1">
            <a:extLst xmlns:a="http://schemas.openxmlformats.org/drawingml/2006/main">
              <a:ext uri="{FF2B5EF4-FFF2-40B4-BE49-F238E27FC236}">
                <a16:creationId xmlns:a16="http://schemas.microsoft.com/office/drawing/2014/main" id="{0B0AB871-4E51-431C-AA3E-008E66502274}"/>
              </a:ext>
            </a:extLst>
          </p:cNvPr>
          <p:cNvSpPr>
            <a:spLocks xmlns:a="http://schemas.openxmlformats.org/drawingml/2006/main" noGrp="1"/>
          </p:cNvSpPr>
          <p:nvPr/>
        </p:nvSpPr>
        <p:spPr>
          <a:xfrm xmlns:a="http://schemas.openxmlformats.org/drawingml/2006/main" rot="0">
            <a:off x="939483" y="3356589"/>
            <a:ext cx="54768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1200</a:t>
            </a:r>
          </a:p>
        </p:txBody>
      </p:sp>
      <p:sp>
        <p:nvSpPr>
          <p:cNvPr id="11" name="Figure 6 label 10 line 1">
            <a:extLst xmlns:a="http://schemas.openxmlformats.org/drawingml/2006/main">
              <a:ext uri="{FF2B5EF4-FFF2-40B4-BE49-F238E27FC236}">
                <a16:creationId xmlns:a16="http://schemas.microsoft.com/office/drawing/2014/main" id="{6CABD5E3-68A7-45DD-8926-E42ED6A9DFB4}"/>
              </a:ext>
            </a:extLst>
          </p:cNvPr>
          <p:cNvSpPr>
            <a:spLocks xmlns:a="http://schemas.openxmlformats.org/drawingml/2006/main" noGrp="1"/>
          </p:cNvSpPr>
          <p:nvPr/>
        </p:nvSpPr>
        <p:spPr>
          <a:xfrm xmlns:a="http://schemas.openxmlformats.org/drawingml/2006/main" rot="16200000">
            <a:off x="-210374" y="5335333"/>
            <a:ext cx="226278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Experiment volume index</a:t>
            </a:r>
          </a:p>
        </p:txBody>
      </p:sp>
      <p:sp>
        <p:nvSpPr>
          <p:cNvPr id="12" name="Figure 6 label 11 line 1">
            <a:extLst xmlns:a="http://schemas.openxmlformats.org/drawingml/2006/main">
              <a:ext uri="{FF2B5EF4-FFF2-40B4-BE49-F238E27FC236}">
                <a16:creationId xmlns:a16="http://schemas.microsoft.com/office/drawing/2014/main" id="{F19C733A-D9E6-4728-9CF7-C8E29A908153}"/>
              </a:ext>
            </a:extLst>
          </p:cNvPr>
          <p:cNvSpPr>
            <a:spLocks xmlns:a="http://schemas.openxmlformats.org/drawingml/2006/main" noGrp="1"/>
          </p:cNvSpPr>
          <p:nvPr/>
        </p:nvSpPr>
        <p:spPr>
          <a:xfrm xmlns:a="http://schemas.openxmlformats.org/drawingml/2006/main" rot="0">
            <a:off x="2241199" y="6782419"/>
            <a:ext cx="62577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100</a:t>
            </a:r>
          </a:p>
        </p:txBody>
      </p:sp>
      <p:sp>
        <p:nvSpPr>
          <p:cNvPr id="13" name="Figure 6 label 12 line 1">
            <a:extLst xmlns:a="http://schemas.openxmlformats.org/drawingml/2006/main">
              <a:ext uri="{FF2B5EF4-FFF2-40B4-BE49-F238E27FC236}">
                <a16:creationId xmlns:a16="http://schemas.microsoft.com/office/drawing/2014/main" id="{427461E7-B6A7-42FF-8C49-DE4AD8230A87}"/>
              </a:ext>
            </a:extLst>
          </p:cNvPr>
          <p:cNvSpPr>
            <a:spLocks xmlns:a="http://schemas.openxmlformats.org/drawingml/2006/main" noGrp="1"/>
          </p:cNvSpPr>
          <p:nvPr/>
        </p:nvSpPr>
        <p:spPr>
          <a:xfrm xmlns:a="http://schemas.openxmlformats.org/drawingml/2006/main" rot="0">
            <a:off x="4518595" y="3773471"/>
            <a:ext cx="850801"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1,000</a:t>
            </a:r>
          </a:p>
        </p:txBody>
      </p:sp>
      <p:sp>
        <p:nvSpPr>
          <p:cNvPr id="14" name="Figure 6 label 13 line 1">
            <a:extLst xmlns:a="http://schemas.openxmlformats.org/drawingml/2006/main">
              <a:ext uri="{FF2B5EF4-FFF2-40B4-BE49-F238E27FC236}">
                <a16:creationId xmlns:a16="http://schemas.microsoft.com/office/drawing/2014/main" id="{01D4976A-A5E5-4544-AFEC-D2950E3B3078}"/>
              </a:ext>
            </a:extLst>
          </p:cNvPr>
          <p:cNvSpPr>
            <a:spLocks xmlns:a="http://schemas.openxmlformats.org/drawingml/2006/main" noGrp="1"/>
          </p:cNvSpPr>
          <p:nvPr/>
        </p:nvSpPr>
        <p:spPr>
          <a:xfrm xmlns:a="http://schemas.openxmlformats.org/drawingml/2006/main" rot="0">
            <a:off x="2293774" y="2970276"/>
            <a:ext cx="2910532"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0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000" b="0">
                <a:solidFill>
                  <a:srgbClr val="00355F"/>
                </a:solidFill>
                <a:latin typeface="Arial Unicode MS"/>
                <a:ea typeface="Arial Unicode MS"/>
                <a:cs typeface="Arial Unicode MS"/>
              </a:defRPr>
            </a:pPr>
            <a:r>
              <a:rPr sz="2000" b="0">
                <a:solidFill>
                  <a:srgbClr val="00355F"/>
                </a:solidFill>
                <a:latin typeface="Arial Unicode MS"/>
                <a:ea typeface="Arial Unicode MS"/>
                <a:cs typeface="Arial Unicode MS"/>
              </a:rPr>
              <a:t>Experiment volume: 10×</a:t>
            </a:r>
          </a:p>
        </p:txBody>
      </p:sp>
      <p:sp>
        <p:nvSpPr>
          <p:cNvPr id="15" name="Figure 6 label 14 line 1">
            <a:extLst xmlns:a="http://schemas.openxmlformats.org/drawingml/2006/main">
              <a:ext uri="{FF2B5EF4-FFF2-40B4-BE49-F238E27FC236}">
                <a16:creationId xmlns:a16="http://schemas.microsoft.com/office/drawing/2014/main" id="{E5B4972A-1414-4B57-9D16-D9607BE72299}"/>
              </a:ext>
            </a:extLst>
          </p:cNvPr>
          <p:cNvSpPr>
            <a:spLocks xmlns:a="http://schemas.openxmlformats.org/drawingml/2006/main" noGrp="1"/>
          </p:cNvSpPr>
          <p:nvPr/>
        </p:nvSpPr>
        <p:spPr>
          <a:xfrm xmlns:a="http://schemas.openxmlformats.org/drawingml/2006/main" rot="0">
            <a:off x="8480147" y="7595447"/>
            <a:ext cx="151120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Reagent volume</a:t>
            </a:r>
          </a:p>
        </p:txBody>
      </p:sp>
      <p:sp>
        <p:nvSpPr>
          <p:cNvPr id="16" name="Figure 6 label 15 line 1">
            <a:extLst xmlns:a="http://schemas.openxmlformats.org/drawingml/2006/main">
              <a:ext uri="{FF2B5EF4-FFF2-40B4-BE49-F238E27FC236}">
                <a16:creationId xmlns:a16="http://schemas.microsoft.com/office/drawing/2014/main" id="{5299C187-9CCA-4235-88BD-0C9D624CCCD1}"/>
              </a:ext>
            </a:extLst>
          </p:cNvPr>
          <p:cNvSpPr>
            <a:spLocks xmlns:a="http://schemas.openxmlformats.org/drawingml/2006/main" noGrp="1"/>
          </p:cNvSpPr>
          <p:nvPr/>
        </p:nvSpPr>
        <p:spPr>
          <a:xfrm xmlns:a="http://schemas.openxmlformats.org/drawingml/2006/main" rot="0">
            <a:off x="11714426" y="7595447"/>
            <a:ext cx="107706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 count</a:t>
            </a:r>
          </a:p>
        </p:txBody>
      </p:sp>
      <p:sp>
        <p:nvSpPr>
          <p:cNvPr id="17" name="Figure 6 label 16 line 1">
            <a:extLst xmlns:a="http://schemas.openxmlformats.org/drawingml/2006/main">
              <a:ext uri="{FF2B5EF4-FFF2-40B4-BE49-F238E27FC236}">
                <a16:creationId xmlns:a16="http://schemas.microsoft.com/office/drawing/2014/main" id="{63B635FD-1B3B-4275-8E9D-A6F9D7B2F7D3}"/>
              </a:ext>
            </a:extLst>
          </p:cNvPr>
          <p:cNvSpPr>
            <a:spLocks xmlns:a="http://schemas.openxmlformats.org/drawingml/2006/main" noGrp="1"/>
          </p:cNvSpPr>
          <p:nvPr/>
        </p:nvSpPr>
        <p:spPr>
          <a:xfrm xmlns:a="http://schemas.openxmlformats.org/drawingml/2006/main" rot="0">
            <a:off x="14816471" y="7595447"/>
            <a:ext cx="9074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 count</a:t>
            </a:r>
          </a:p>
        </p:txBody>
      </p:sp>
      <p:sp>
        <p:nvSpPr>
          <p:cNvPr id="18" name="Figure 6 label 17 line 1">
            <a:extLst xmlns:a="http://schemas.openxmlformats.org/drawingml/2006/main">
              <a:ext uri="{FF2B5EF4-FFF2-40B4-BE49-F238E27FC236}">
                <a16:creationId xmlns:a16="http://schemas.microsoft.com/office/drawing/2014/main" id="{071E94E3-EA6A-4152-B1ED-9B3F1C8D9E04}"/>
              </a:ext>
            </a:extLst>
          </p:cNvPr>
          <p:cNvSpPr>
            <a:spLocks xmlns:a="http://schemas.openxmlformats.org/drawingml/2006/main" noGrp="1"/>
          </p:cNvSpPr>
          <p:nvPr/>
        </p:nvSpPr>
        <p:spPr>
          <a:xfrm xmlns:a="http://schemas.openxmlformats.org/drawingml/2006/main" rot="0">
            <a:off x="7383860" y="7368519"/>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19" name="Figure 6 label 18 line 1">
            <a:extLst xmlns:a="http://schemas.openxmlformats.org/drawingml/2006/main">
              <a:ext uri="{FF2B5EF4-FFF2-40B4-BE49-F238E27FC236}">
                <a16:creationId xmlns:a16="http://schemas.microsoft.com/office/drawing/2014/main" id="{92B24F9F-2868-4B31-883E-B4CDF6FAE5BA}"/>
              </a:ext>
            </a:extLst>
          </p:cNvPr>
          <p:cNvSpPr>
            <a:spLocks xmlns:a="http://schemas.openxmlformats.org/drawingml/2006/main" noGrp="1"/>
          </p:cNvSpPr>
          <p:nvPr/>
        </p:nvSpPr>
        <p:spPr>
          <a:xfrm xmlns:a="http://schemas.openxmlformats.org/drawingml/2006/main" rot="0">
            <a:off x="7277894" y="6833595"/>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20" name="Figure 6 label 19 line 1">
            <a:extLst xmlns:a="http://schemas.openxmlformats.org/drawingml/2006/main">
              <a:ext uri="{FF2B5EF4-FFF2-40B4-BE49-F238E27FC236}">
                <a16:creationId xmlns:a16="http://schemas.microsoft.com/office/drawing/2014/main" id="{5063BBF5-161D-4442-B5E5-2D7A3D50AA48}"/>
              </a:ext>
            </a:extLst>
          </p:cNvPr>
          <p:cNvSpPr>
            <a:spLocks xmlns:a="http://schemas.openxmlformats.org/drawingml/2006/main" noGrp="1"/>
          </p:cNvSpPr>
          <p:nvPr/>
        </p:nvSpPr>
        <p:spPr>
          <a:xfrm xmlns:a="http://schemas.openxmlformats.org/drawingml/2006/main" rot="0">
            <a:off x="7277894" y="6298671"/>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21" name="Figure 6 label 20 line 1">
            <a:extLst xmlns:a="http://schemas.openxmlformats.org/drawingml/2006/main">
              <a:ext uri="{FF2B5EF4-FFF2-40B4-BE49-F238E27FC236}">
                <a16:creationId xmlns:a16="http://schemas.microsoft.com/office/drawing/2014/main" id="{DE5C3CCA-DFDD-4C45-8DDA-B664F3EF1FDE}"/>
              </a:ext>
            </a:extLst>
          </p:cNvPr>
          <p:cNvSpPr>
            <a:spLocks xmlns:a="http://schemas.openxmlformats.org/drawingml/2006/main" noGrp="1"/>
          </p:cNvSpPr>
          <p:nvPr/>
        </p:nvSpPr>
        <p:spPr>
          <a:xfrm xmlns:a="http://schemas.openxmlformats.org/drawingml/2006/main" rot="0">
            <a:off x="7277894" y="5763747"/>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60</a:t>
            </a:r>
          </a:p>
        </p:txBody>
      </p:sp>
      <p:sp>
        <p:nvSpPr>
          <p:cNvPr id="22" name="Figure 6 label 21 line 1">
            <a:extLst xmlns:a="http://schemas.openxmlformats.org/drawingml/2006/main">
              <a:ext uri="{FF2B5EF4-FFF2-40B4-BE49-F238E27FC236}">
                <a16:creationId xmlns:a16="http://schemas.microsoft.com/office/drawing/2014/main" id="{37FDC482-D823-4270-8226-FDEBC7415008}"/>
              </a:ext>
            </a:extLst>
          </p:cNvPr>
          <p:cNvSpPr>
            <a:spLocks xmlns:a="http://schemas.openxmlformats.org/drawingml/2006/main" noGrp="1"/>
          </p:cNvSpPr>
          <p:nvPr/>
        </p:nvSpPr>
        <p:spPr>
          <a:xfrm xmlns:a="http://schemas.openxmlformats.org/drawingml/2006/main" rot="0">
            <a:off x="7277894" y="522882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80</a:t>
            </a:r>
          </a:p>
        </p:txBody>
      </p:sp>
      <p:sp>
        <p:nvSpPr>
          <p:cNvPr id="23" name="Figure 6 label 22 line 1">
            <a:extLst xmlns:a="http://schemas.openxmlformats.org/drawingml/2006/main">
              <a:ext uri="{FF2B5EF4-FFF2-40B4-BE49-F238E27FC236}">
                <a16:creationId xmlns:a16="http://schemas.microsoft.com/office/drawing/2014/main" id="{DC52014F-93A6-40FA-BF4C-B0CBC8E46CFF}"/>
              </a:ext>
            </a:extLst>
          </p:cNvPr>
          <p:cNvSpPr>
            <a:spLocks xmlns:a="http://schemas.openxmlformats.org/drawingml/2006/main" noGrp="1"/>
          </p:cNvSpPr>
          <p:nvPr/>
        </p:nvSpPr>
        <p:spPr>
          <a:xfrm xmlns:a="http://schemas.openxmlformats.org/drawingml/2006/main" rot="0">
            <a:off x="7171928" y="4693899"/>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24" name="Figure 6 label 23 line 1">
            <a:extLst xmlns:a="http://schemas.openxmlformats.org/drawingml/2006/main">
              <a:ext uri="{FF2B5EF4-FFF2-40B4-BE49-F238E27FC236}">
                <a16:creationId xmlns:a16="http://schemas.microsoft.com/office/drawing/2014/main" id="{A00FC23A-7249-4834-AC76-EB74AE9824DC}"/>
              </a:ext>
            </a:extLst>
          </p:cNvPr>
          <p:cNvSpPr>
            <a:spLocks xmlns:a="http://schemas.openxmlformats.org/drawingml/2006/main" noGrp="1"/>
          </p:cNvSpPr>
          <p:nvPr/>
        </p:nvSpPr>
        <p:spPr>
          <a:xfrm xmlns:a="http://schemas.openxmlformats.org/drawingml/2006/main" rot="0">
            <a:off x="7171928" y="4158975"/>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120</a:t>
            </a:r>
          </a:p>
        </p:txBody>
      </p:sp>
      <p:sp>
        <p:nvSpPr>
          <p:cNvPr id="25" name="Figure 6 label 24 line 1">
            <a:extLst xmlns:a="http://schemas.openxmlformats.org/drawingml/2006/main">
              <a:ext uri="{FF2B5EF4-FFF2-40B4-BE49-F238E27FC236}">
                <a16:creationId xmlns:a16="http://schemas.microsoft.com/office/drawing/2014/main" id="{AE6F2DBD-313F-4942-B3DB-920E2D683799}"/>
              </a:ext>
            </a:extLst>
          </p:cNvPr>
          <p:cNvSpPr>
            <a:spLocks xmlns:a="http://schemas.openxmlformats.org/drawingml/2006/main" noGrp="1"/>
          </p:cNvSpPr>
          <p:nvPr/>
        </p:nvSpPr>
        <p:spPr>
          <a:xfrm xmlns:a="http://schemas.openxmlformats.org/drawingml/2006/main" rot="0">
            <a:off x="7171928" y="3624051"/>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140</a:t>
            </a:r>
          </a:p>
        </p:txBody>
      </p:sp>
      <p:sp>
        <p:nvSpPr>
          <p:cNvPr id="26" name="Figure 6 label 25 line 1">
            <a:extLst xmlns:a="http://schemas.openxmlformats.org/drawingml/2006/main">
              <a:ext uri="{FF2B5EF4-FFF2-40B4-BE49-F238E27FC236}">
                <a16:creationId xmlns:a16="http://schemas.microsoft.com/office/drawing/2014/main" id="{2F175E2E-0454-4727-9570-C831775C6B66}"/>
              </a:ext>
            </a:extLst>
          </p:cNvPr>
          <p:cNvSpPr>
            <a:spLocks xmlns:a="http://schemas.openxmlformats.org/drawingml/2006/main" noGrp="1"/>
          </p:cNvSpPr>
          <p:nvPr/>
        </p:nvSpPr>
        <p:spPr>
          <a:xfrm xmlns:a="http://schemas.openxmlformats.org/drawingml/2006/main" rot="16200000">
            <a:off x="6276092" y="5335333"/>
            <a:ext cx="17546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Consumption index</a:t>
            </a:r>
          </a:p>
        </p:txBody>
      </p:sp>
      <p:sp>
        <p:nvSpPr>
          <p:cNvPr id="27" name="Figure 6 label 26 line 1">
            <a:extLst xmlns:a="http://schemas.openxmlformats.org/drawingml/2006/main">
              <a:ext uri="{FF2B5EF4-FFF2-40B4-BE49-F238E27FC236}">
                <a16:creationId xmlns:a16="http://schemas.microsoft.com/office/drawing/2014/main" id="{08988414-6916-48EE-A0DE-2DF9D4A457CE}"/>
              </a:ext>
            </a:extLst>
          </p:cNvPr>
          <p:cNvSpPr>
            <a:spLocks xmlns:a="http://schemas.openxmlformats.org/drawingml/2006/main" noGrp="1"/>
          </p:cNvSpPr>
          <p:nvPr/>
        </p:nvSpPr>
        <p:spPr>
          <a:xfrm xmlns:a="http://schemas.openxmlformats.org/drawingml/2006/main" rot="0">
            <a:off x="9469656" y="5796039"/>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50.0</a:t>
            </a:r>
          </a:p>
        </p:txBody>
      </p:sp>
      <p:sp>
        <p:nvSpPr>
          <p:cNvPr id="28" name="Figure 6 label 27 line 1">
            <a:extLst xmlns:a="http://schemas.openxmlformats.org/drawingml/2006/main">
              <a:ext uri="{FF2B5EF4-FFF2-40B4-BE49-F238E27FC236}">
                <a16:creationId xmlns:a16="http://schemas.microsoft.com/office/drawing/2014/main" id="{E349AE36-DFB6-4968-8ECA-BD015A0E482F}"/>
              </a:ext>
            </a:extLst>
          </p:cNvPr>
          <p:cNvSpPr>
            <a:spLocks xmlns:a="http://schemas.openxmlformats.org/drawingml/2006/main" noGrp="1"/>
          </p:cNvSpPr>
          <p:nvPr/>
        </p:nvSpPr>
        <p:spPr>
          <a:xfrm xmlns:a="http://schemas.openxmlformats.org/drawingml/2006/main" rot="0">
            <a:off x="12486868" y="5459786"/>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62.6</a:t>
            </a:r>
          </a:p>
        </p:txBody>
      </p:sp>
      <p:sp>
        <p:nvSpPr>
          <p:cNvPr id="29" name="Figure 6 label 28 line 1">
            <a:extLst xmlns:a="http://schemas.openxmlformats.org/drawingml/2006/main">
              <a:ext uri="{FF2B5EF4-FFF2-40B4-BE49-F238E27FC236}">
                <a16:creationId xmlns:a16="http://schemas.microsoft.com/office/drawing/2014/main" id="{E093B21E-F04B-41DD-B7E5-85B9AC2BF5BB}"/>
              </a:ext>
            </a:extLst>
          </p:cNvPr>
          <p:cNvSpPr>
            <a:spLocks xmlns:a="http://schemas.openxmlformats.org/drawingml/2006/main" noGrp="1"/>
          </p:cNvSpPr>
          <p:nvPr/>
        </p:nvSpPr>
        <p:spPr>
          <a:xfrm xmlns:a="http://schemas.openxmlformats.org/drawingml/2006/main" rot="0">
            <a:off x="15437926" y="4458729"/>
            <a:ext cx="750689"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100.0</a:t>
            </a:r>
          </a:p>
        </p:txBody>
      </p:sp>
      <p:sp>
        <p:nvSpPr>
          <p:cNvPr id="30" name="Figure 6 label 29 line 1">
            <a:extLst xmlns:a="http://schemas.openxmlformats.org/drawingml/2006/main">
              <a:ext uri="{FF2B5EF4-FFF2-40B4-BE49-F238E27FC236}">
                <a16:creationId xmlns:a16="http://schemas.microsoft.com/office/drawing/2014/main" id="{FE245B62-2945-46F1-B342-33F15988E3C1}"/>
              </a:ext>
            </a:extLst>
          </p:cNvPr>
          <p:cNvSpPr>
            <a:spLocks xmlns:a="http://schemas.openxmlformats.org/drawingml/2006/main" noGrp="1"/>
          </p:cNvSpPr>
          <p:nvPr/>
        </p:nvSpPr>
        <p:spPr>
          <a:xfrm xmlns:a="http://schemas.openxmlformats.org/drawingml/2006/main" rot="0">
            <a:off x="10208484" y="2970276"/>
            <a:ext cx="4088954"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0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000" b="0">
                <a:solidFill>
                  <a:srgbClr val="00355F"/>
                </a:solidFill>
                <a:latin typeface="Arial Unicode MS"/>
                <a:ea typeface="Arial Unicode MS"/>
                <a:cs typeface="Arial Unicode MS"/>
              </a:defRPr>
            </a:pPr>
            <a:r>
              <a:rPr sz="2000" b="0">
                <a:solidFill>
                  <a:srgbClr val="00355F"/>
                </a:solidFill>
                <a:latin typeface="Arial Unicode MS"/>
                <a:ea typeface="Arial Unicode MS"/>
                <a:cs typeface="Arial Unicode MS"/>
              </a:rPr>
              <a:t>Consumption can fall or remain flat</a:t>
            </a:r>
          </a:p>
        </p:txBody>
      </p:sp>
      <p:sp>
        <p:nvSpPr>
          <p:cNvPr id="31" name="Figure 6 label 30 line 1">
            <a:extLst xmlns:a="http://schemas.openxmlformats.org/drawingml/2006/main">
              <a:ext uri="{FF2B5EF4-FFF2-40B4-BE49-F238E27FC236}">
                <a16:creationId xmlns:a16="http://schemas.microsoft.com/office/drawing/2014/main" id="{4A18A5C3-05C7-4981-8782-D282036D93DB}"/>
              </a:ext>
            </a:extLst>
          </p:cNvPr>
          <p:cNvSpPr>
            <a:spLocks xmlns:a="http://schemas.openxmlformats.org/drawingml/2006/main" noGrp="1"/>
          </p:cNvSpPr>
          <p:nvPr/>
        </p:nvSpPr>
        <p:spPr>
          <a:xfrm xmlns:a="http://schemas.openxmlformats.org/drawingml/2006/main" rot="0">
            <a:off x="13724368" y="3587745"/>
            <a:ext cx="135478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Traditional = 100</a:t>
            </a:r>
          </a:p>
        </p:txBody>
      </p:sp>
      <p:sp>
        <p:nvSpPr>
          <p:cNvPr id="32" name="Figure 6 label 31 line 1">
            <a:extLst xmlns:a="http://schemas.openxmlformats.org/drawingml/2006/main">
              <a:ext uri="{FF2B5EF4-FFF2-40B4-BE49-F238E27FC236}">
                <a16:creationId xmlns:a16="http://schemas.microsoft.com/office/drawing/2014/main" id="{1DDDF1A9-F554-44D8-8A16-C8891E1EE354}"/>
              </a:ext>
            </a:extLst>
          </p:cNvPr>
          <p:cNvSpPr>
            <a:spLocks xmlns:a="http://schemas.openxmlformats.org/drawingml/2006/main" noGrp="1"/>
          </p:cNvSpPr>
          <p:nvPr/>
        </p:nvSpPr>
        <p:spPr>
          <a:xfrm xmlns:a="http://schemas.openxmlformats.org/drawingml/2006/main" rot="0">
            <a:off x="15770717" y="3587745"/>
            <a:ext cx="91454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Automated</a:t>
            </a:r>
          </a:p>
        </p:txBody>
      </p:sp>
      <p:sp>
        <p:nvSpPr>
          <p:cNvPr id="33" name="Figure 6 label 32 line 1">
            <a:extLst xmlns:a="http://schemas.openxmlformats.org/drawingml/2006/main">
              <a:ext uri="{FF2B5EF4-FFF2-40B4-BE49-F238E27FC236}">
                <a16:creationId xmlns:a16="http://schemas.microsoft.com/office/drawing/2014/main" id="{E4D77DAF-FAC8-4D3D-9690-90F9D55A0608}"/>
              </a:ext>
            </a:extLst>
          </p:cNvPr>
          <p:cNvSpPr>
            <a:spLocks xmlns:a="http://schemas.openxmlformats.org/drawingml/2006/main" noGrp="1"/>
          </p:cNvSpPr>
          <p:nvPr/>
        </p:nvSpPr>
        <p:spPr>
          <a:xfrm xmlns:a="http://schemas.openxmlformats.org/drawingml/2006/main" rot="0">
            <a:off x="991870" y="422275"/>
            <a:ext cx="8087072"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06  More experiments, less material per experiment</a:t>
            </a:r>
          </a:p>
        </p:txBody>
      </p:sp>
      <p:sp>
        <p:nvSpPr>
          <p:cNvPr id="34" name="Figure 6 label 33 line 1">
            <a:extLst xmlns:a="http://schemas.openxmlformats.org/drawingml/2006/main">
              <a:ext uri="{FF2B5EF4-FFF2-40B4-BE49-F238E27FC236}">
                <a16:creationId xmlns:a16="http://schemas.microsoft.com/office/drawing/2014/main" id="{7C18A5EB-8015-442A-B953-E17E8EB5B3FD}"/>
              </a:ext>
            </a:extLst>
          </p:cNvPr>
          <p:cNvSpPr>
            <a:spLocks xmlns:a="http://schemas.openxmlformats.org/drawingml/2006/main" noGrp="1"/>
          </p:cNvSpPr>
          <p:nvPr/>
        </p:nvSpPr>
        <p:spPr>
          <a:xfrm xmlns:a="http://schemas.openxmlformats.org/drawingml/2006/main" rot="0">
            <a:off x="15787788" y="661601"/>
            <a:ext cx="88562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SCENARIO</a:t>
            </a:r>
          </a:p>
        </p:txBody>
      </p:sp>
      <p:sp>
        <p:nvSpPr>
          <p:cNvPr id="35" name="Figure 6 label 34 line 1">
            <a:extLst xmlns:a="http://schemas.openxmlformats.org/drawingml/2006/main">
              <a:ext uri="{FF2B5EF4-FFF2-40B4-BE49-F238E27FC236}">
                <a16:creationId xmlns:a16="http://schemas.microsoft.com/office/drawing/2014/main" id="{70B2573A-177F-4560-996A-2C5657796EB7}"/>
              </a:ext>
            </a:extLst>
          </p:cNvPr>
          <p:cNvSpPr>
            <a:spLocks xmlns:a="http://schemas.openxmlformats.org/drawingml/2006/main" noGrp="1"/>
          </p:cNvSpPr>
          <p:nvPr/>
        </p:nvSpPr>
        <p:spPr>
          <a:xfrm xmlns:a="http://schemas.openxmlformats.org/drawingml/2006/main" rot="0">
            <a:off x="998220" y="1249680"/>
            <a:ext cx="87064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Traditional: 100k tests, 96 wells, 100 µL/test. Automated: 1m tests, 1,536 wells, 5 µL/test. Base = 100.</a:t>
            </a:r>
          </a:p>
        </p:txBody>
      </p:sp>
      <p:sp>
        <p:nvSpPr>
          <p:cNvPr id="36" name="Figure 6 label 35 line 1">
            <a:extLst xmlns:a="http://schemas.openxmlformats.org/drawingml/2006/main">
              <a:ext uri="{FF2B5EF4-FFF2-40B4-BE49-F238E27FC236}">
                <a16:creationId xmlns:a16="http://schemas.microsoft.com/office/drawing/2014/main" id="{7BA0F837-92CF-48A3-9AA3-3C9BF0B464BF}"/>
              </a:ext>
            </a:extLst>
          </p:cNvPr>
          <p:cNvSpPr>
            <a:spLocks xmlns:a="http://schemas.openxmlformats.org/drawingml/2006/main" noGrp="1"/>
          </p:cNvSpPr>
          <p:nvPr/>
        </p:nvSpPr>
        <p:spPr>
          <a:xfrm xmlns:a="http://schemas.openxmlformats.org/drawingml/2006/main" rot="0">
            <a:off x="999173" y="9256934"/>
            <a:ext cx="817795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Y-axis scales differ. Full plates, no dead volume or control wells; tips fall from 1 to 0.1 per test. ASP excluded.</a:t>
            </a:r>
          </a:p>
        </p:txBody>
      </p:sp>
      <p:sp>
        <p:nvSpPr>
          <p:cNvPr id="37" name="Figure 6 label 36 line 1">
            <a:extLst xmlns:a="http://schemas.openxmlformats.org/drawingml/2006/main">
              <a:ext uri="{FF2B5EF4-FFF2-40B4-BE49-F238E27FC236}">
                <a16:creationId xmlns:a16="http://schemas.microsoft.com/office/drawing/2014/main" id="{43F19C83-8321-48C7-9443-3246938BF098}"/>
              </a:ext>
            </a:extLst>
          </p:cNvPr>
          <p:cNvSpPr>
            <a:spLocks xmlns:a="http://schemas.openxmlformats.org/drawingml/2006/main" noGrp="1"/>
          </p:cNvSpPr>
          <p:nvPr/>
        </p:nvSpPr>
        <p:spPr>
          <a:xfrm xmlns:a="http://schemas.openxmlformats.org/drawingml/2006/main" rot="0">
            <a:off x="1000316" y="9675546"/>
            <a:ext cx="6288911"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scenario and analyst calculation. Test definition and plate utilization affect the result.</a:t>
            </a:r>
          </a:p>
        </p:txBody>
      </p:sp>
      <p:sp>
        <p:nvSpPr>
          <p:cNvPr id="38" name="Figure 6 label 37 line 1">
            <a:extLst xmlns:a="http://schemas.openxmlformats.org/drawingml/2006/main">
              <a:ext uri="{FF2B5EF4-FFF2-40B4-BE49-F238E27FC236}">
                <a16:creationId xmlns:a16="http://schemas.microsoft.com/office/drawing/2014/main" id="{F7477F79-C1BA-426E-A2C3-077E9E788877}"/>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39" name="Figure 6 label 38 line 1">
            <a:extLst xmlns:a="http://schemas.openxmlformats.org/drawingml/2006/main">
              <a:ext uri="{FF2B5EF4-FFF2-40B4-BE49-F238E27FC236}">
                <a16:creationId xmlns:a16="http://schemas.microsoft.com/office/drawing/2014/main" id="{371BF45E-156A-404D-96D5-B90D93FD1353}"/>
              </a:ext>
            </a:extLst>
          </p:cNvPr>
          <p:cNvSpPr>
            <a:spLocks xmlns:a="http://schemas.openxmlformats.org/drawingml/2006/main" noGrp="1"/>
          </p:cNvSpPr>
          <p:nvPr/>
        </p:nvSpPr>
        <p:spPr>
          <a:xfrm xmlns:a="http://schemas.openxmlformats.org/drawingml/2006/main" rot="0">
            <a:off x="1453515" y="2395347"/>
            <a:ext cx="266729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Unicode MS"/>
                <a:ea typeface="Arial Unicode MS"/>
                <a:cs typeface="Arial Unicode MS"/>
              </a:defRPr>
            </a:defPPr>
          </a:lstStyle>
          <a:p xmlns:a="http://schemas.openxmlformats.org/drawingml/2006/main">
            <a:pPr algn="l">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100k → 1m experiments</a:t>
            </a:r>
          </a:p>
        </p:txBody>
      </p:sp>
      <p:sp>
        <p:nvSpPr>
          <p:cNvPr id="40" name="Figure 6 label 39 line 1">
            <a:extLst xmlns:a="http://schemas.openxmlformats.org/drawingml/2006/main">
              <a:ext uri="{FF2B5EF4-FFF2-40B4-BE49-F238E27FC236}">
                <a16:creationId xmlns:a16="http://schemas.microsoft.com/office/drawing/2014/main" id="{E721A9A9-3618-488F-B6B5-9EF0B355CB3F}"/>
              </a:ext>
            </a:extLst>
          </p:cNvPr>
          <p:cNvSpPr>
            <a:spLocks xmlns:a="http://schemas.openxmlformats.org/drawingml/2006/main" noGrp="1"/>
          </p:cNvSpPr>
          <p:nvPr/>
        </p:nvSpPr>
        <p:spPr>
          <a:xfrm xmlns:a="http://schemas.openxmlformats.org/drawingml/2006/main" rot="0">
            <a:off x="7306945" y="2426887"/>
            <a:ext cx="692904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Reagents: 10 L → 5 L  ·  Plates: 1,042 → 652  ·  Tips: 100k → 100k (assumed)</a:t>
            </a:r>
          </a:p>
        </p:txBody>
      </p:sp>
      <p:sp>
        <p:nvSpPr>
          <p:cNvPr id="41" name="Figure 6 label 40 line 1">
            <a:extLst xmlns:a="http://schemas.openxmlformats.org/drawingml/2006/main">
              <a:ext uri="{FF2B5EF4-FFF2-40B4-BE49-F238E27FC236}">
                <a16:creationId xmlns:a16="http://schemas.microsoft.com/office/drawing/2014/main" id="{28D1E7AD-0BD7-4134-9558-BE83D5460A92}"/>
              </a:ext>
            </a:extLst>
          </p:cNvPr>
          <p:cNvSpPr>
            <a:spLocks xmlns:a="http://schemas.openxmlformats.org/drawingml/2006/main" noGrp="1"/>
          </p:cNvSpPr>
          <p:nvPr/>
        </p:nvSpPr>
        <p:spPr>
          <a:xfrm xmlns:a="http://schemas.openxmlformats.org/drawingml/2006/main" rot="0">
            <a:off x="4857899" y="8343012"/>
            <a:ext cx="8572202"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Experiment growth does not imply proportional purchasing growth.</a:t>
            </a:r>
          </a:p>
        </p:txBody>
      </p:sp>
    </p:spTree>
    <p:extLst>
      <p:ext uri="{BB962C8B-B14F-4D97-AF65-F5344CB8AC3E}">
        <p14:creationId xmlns:p14="http://schemas.microsoft.com/office/powerpoint/2010/main" val="8166424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2026-10-13T06:02:11.4530000Z</dcterms:created>
  <dcterms:modified xsi:type="dcterms:W3CDTF">2026-10-13T06:02:11.4530000Z</dcterms:modified>
</coreProperties>
</file>